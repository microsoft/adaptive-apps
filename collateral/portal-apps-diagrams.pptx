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>
        <p:scale>
          <a:sx n="101" d="100"/>
          <a:sy n="101" d="100"/>
        </p:scale>
        <p:origin x="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DAE0-39C6-AD5E-7744-793C31100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ECFB0-A539-702F-30BD-676F842F9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37B2-295F-CAE4-FC12-E3846A6E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F209F-35DB-3FEE-78EB-AF1FFBED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DE2F-E91D-2459-2A0B-7678AAE5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7776-1B33-3C3F-C03B-7DBF7C27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3E54B-0FAF-9158-646B-1A1364C95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84FC4-3005-26AE-E5DC-976ADDF2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1FE37-4D83-8625-A2F7-EE8EDE51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BD1A6-004B-30A2-D3D0-EF2B93E1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4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BD92A-C22D-91BC-C80C-3B2FA0E9D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704FB-47BA-1D24-E5C0-673395CBD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0CF54-4B25-5028-2A3A-A09C6871F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D84EB-D3D0-9E04-226C-0EBC0C44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A492A-F1B8-E8AA-187C-BD6CC1A8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4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55B0-50B6-5E4D-7EC9-28659D918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B7DAA-8062-26BD-9893-328D5F5FD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199F4-2A8F-0181-77D6-96FDF2464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777D3-C0F8-26EB-BA12-2116E6B5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A8478-7B48-4E53-9D4D-F4796179A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6AD29-D3A6-CC6C-247A-8A0A80839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7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13D45-8289-7115-109C-1E8984509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D595D-9FF1-41B6-C2FF-8018347EA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3329C-AEC4-E910-B077-B5688FFC8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760871-F0D0-84E1-E8D3-F8A469494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DDFC35-8BA8-A391-A62E-6332F7069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2C15F-4624-4061-6661-8233D49B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B5B919-9DA7-A1AD-B533-F969CD6F7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A5382B-7800-878A-7308-1D411D16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1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63FA-2CDF-BDA0-2B35-E3A18E4B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CB04B-EA87-B865-D7D2-3B883BF0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2F4D8-D14C-C8C5-A7A2-B2C2CE7EB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470F7-3A1E-8ED6-E7B2-E4DAD925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56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D34BD-CD0C-842A-66CE-1EAB33A87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8F6F3-D280-7C9C-A1F4-F2AC5FEAC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2613A-547D-C21D-9945-0BDC9708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04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1037-2990-31BD-5FDF-BCB7C86B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220C4-3679-4C86-8D87-9A49BCECC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02F8A-724E-FD1D-6594-DB51FC9A5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2D1DA-B90F-83BA-22BC-ACC8AA0E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FF674-990F-C79C-2C27-C47D6ABF5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EEF72-DF92-876C-51E8-7378A3AD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09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4F08-D65E-67CF-F09B-37874E82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52562D-1E5C-39E1-2B5D-198128312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C45B9-907A-548D-99A9-FC8E82E91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EAD51-1774-0C88-45A2-A751D0E65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146E7-B1F1-1F92-1820-F77457C94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BA911-7184-36E5-D7D8-0F7EE5E3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F14F-7621-29F2-4FF8-5A76A2E8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96682-9A96-5137-DD26-AD60A1C28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687E6-61A2-E186-6F4A-ACBB25085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4EE18-9A51-3652-2661-7888D13B6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FEEBC-CC56-BA76-78B7-D6A58F51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7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C71575-EE0B-6BCE-2B85-B39008EF8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638CF-FC3F-AF5C-DECA-7F8BD89CA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8E4EF-209C-66E3-2A45-9305F9B41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0A50B-72D6-C117-B355-681A72394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DB77-20DF-8518-743F-7928BF38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82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CA9963-1481-E45E-0F5E-4217B119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D1296-8029-ECB7-1D85-812EC21D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8A4BE-62AB-052D-5253-B5795F31A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AFCBD-C71C-4163-8EE4-8074804E40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A559F-E4B1-AF5B-5AB4-B6D69FE39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8C073-DD2F-AF7C-8BA5-06032A79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EC61D-D446-44F6-8144-1183B40E8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8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18" Type="http://schemas.openxmlformats.org/officeDocument/2006/relationships/image" Target="../media/image12.png"/><Relationship Id="rId3" Type="http://schemas.openxmlformats.org/officeDocument/2006/relationships/hyperlink" Target="https://datasaturdays.com/Event/20250830-datasaturday0067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17" Type="http://schemas.openxmlformats.org/officeDocument/2006/relationships/hyperlink" Target="https://www.startuphub.ai/ai-news/artificial-intelligence/2026/openai-s-in-house-ai-agent-democratizing-data-insights" TargetMode="External"/><Relationship Id="rId2" Type="http://schemas.openxmlformats.org/officeDocument/2006/relationships/image" Target="../media/image1.png"/><Relationship Id="rId16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opedia.org/kubernetes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3.sv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hyperlink" Target="https://ugeek.github.io/blog/categories/escritorio.html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nuget.org/packages/Dapr.AI.A2a/1.17.0-rc06" TargetMode="External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10976-D9BD-B9D3-C374-9442304E83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Portable Apps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2F513-0047-1228-356C-AF3EED2A34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36065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C7EAC0B-8D32-13BD-6414-DF4A10AF82BE}"/>
              </a:ext>
            </a:extLst>
          </p:cNvPr>
          <p:cNvCxnSpPr/>
          <p:nvPr/>
        </p:nvCxnSpPr>
        <p:spPr>
          <a:xfrm>
            <a:off x="5897450" y="1556240"/>
            <a:ext cx="0" cy="3784736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C8FA917-4255-64E7-DA3B-5C49A259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20B2AC-1AA3-9910-BDCC-12C604CDBD24}"/>
              </a:ext>
            </a:extLst>
          </p:cNvPr>
          <p:cNvSpPr/>
          <p:nvPr/>
        </p:nvSpPr>
        <p:spPr>
          <a:xfrm>
            <a:off x="2962140" y="3594648"/>
            <a:ext cx="1970468" cy="87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Deployment Tool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8ED846-C10F-F27E-EADE-4587155D2A7E}"/>
              </a:ext>
            </a:extLst>
          </p:cNvPr>
          <p:cNvSpPr/>
          <p:nvPr/>
        </p:nvSpPr>
        <p:spPr>
          <a:xfrm>
            <a:off x="6862292" y="3311067"/>
            <a:ext cx="2844085" cy="581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Platform </a:t>
            </a:r>
          </a:p>
          <a:p>
            <a:pPr algn="r"/>
            <a:r>
              <a:rPr lang="en-US" dirty="0">
                <a:solidFill>
                  <a:sysClr val="windowText" lastClr="000000"/>
                </a:solidFill>
              </a:rPr>
              <a:t>Capabilities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0BF129-6B78-0265-DF69-B1435C847A3A}"/>
              </a:ext>
            </a:extLst>
          </p:cNvPr>
          <p:cNvSpPr/>
          <p:nvPr/>
        </p:nvSpPr>
        <p:spPr>
          <a:xfrm>
            <a:off x="6862293" y="4695791"/>
            <a:ext cx="2844084" cy="581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Cloud/Edge</a:t>
            </a:r>
          </a:p>
          <a:p>
            <a:pPr algn="r"/>
            <a:r>
              <a:rPr lang="en-US" dirty="0">
                <a:solidFill>
                  <a:sysClr val="windowText" lastClr="000000"/>
                </a:solidFill>
              </a:rPr>
              <a:t>Infrastructure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D082F6-486B-C0A6-5AB4-A1E0AFDD8AAE}"/>
              </a:ext>
            </a:extLst>
          </p:cNvPr>
          <p:cNvSpPr/>
          <p:nvPr/>
        </p:nvSpPr>
        <p:spPr>
          <a:xfrm>
            <a:off x="6862293" y="4003429"/>
            <a:ext cx="2844084" cy="581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Control Plane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A80BA9-9D99-BFBE-7E88-412CF32652C3}"/>
              </a:ext>
            </a:extLst>
          </p:cNvPr>
          <p:cNvSpPr/>
          <p:nvPr/>
        </p:nvSpPr>
        <p:spPr>
          <a:xfrm>
            <a:off x="6862293" y="2618705"/>
            <a:ext cx="1051775" cy="581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Portable App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AC1E94-C094-152D-1FE1-85B29C29EAC0}"/>
              </a:ext>
            </a:extLst>
          </p:cNvPr>
          <p:cNvSpPr/>
          <p:nvPr/>
        </p:nvSpPr>
        <p:spPr>
          <a:xfrm>
            <a:off x="8654603" y="2618705"/>
            <a:ext cx="1051775" cy="581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Portable App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16A3E6-DE47-CD6C-CABD-0307CCFD2A1F}"/>
              </a:ext>
            </a:extLst>
          </p:cNvPr>
          <p:cNvSpPr/>
          <p:nvPr/>
        </p:nvSpPr>
        <p:spPr>
          <a:xfrm>
            <a:off x="2962140" y="1583750"/>
            <a:ext cx="1970468" cy="87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Author/Gen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Tool</a:t>
            </a:r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6A9A4406-D8C7-898C-8088-BDEAB18224DF}"/>
              </a:ext>
            </a:extLst>
          </p:cNvPr>
          <p:cNvSpPr/>
          <p:nvPr/>
        </p:nvSpPr>
        <p:spPr>
          <a:xfrm>
            <a:off x="2962140" y="2736233"/>
            <a:ext cx="1970468" cy="581695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App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model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DB35F8B-6F68-DA9D-C4D9-071420981F51}"/>
              </a:ext>
            </a:extLst>
          </p:cNvPr>
          <p:cNvCxnSpPr>
            <a:stCxn id="4" idx="3"/>
            <a:endCxn id="10" idx="1"/>
          </p:cNvCxnSpPr>
          <p:nvPr/>
        </p:nvCxnSpPr>
        <p:spPr>
          <a:xfrm flipV="1">
            <a:off x="4932608" y="2909553"/>
            <a:ext cx="1929685" cy="112297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61D176A-FE44-32E5-0623-930C135E4639}"/>
              </a:ext>
            </a:extLst>
          </p:cNvPr>
          <p:cNvSpPr txBox="1"/>
          <p:nvPr/>
        </p:nvSpPr>
        <p:spPr>
          <a:xfrm>
            <a:off x="7602828" y="2717443"/>
            <a:ext cx="1294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3416CF-F9E4-B2BF-1D32-7A14CD50D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34029" y="4738258"/>
            <a:ext cx="522840" cy="50963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9E6E7E3-0612-28F5-EE14-FAC662D1B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931987" y="4039457"/>
            <a:ext cx="524882" cy="50963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0F9E5CD-729D-8F0A-AD10-B87B34025A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258" y="3892762"/>
            <a:ext cx="545815" cy="51262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44ACEB1-EC62-4D76-BAE1-879EE8779F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1394" y="2842334"/>
            <a:ext cx="393415" cy="36949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58F8D34-302E-5D3A-75C0-D302F679A3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299827" y="2710689"/>
            <a:ext cx="632780" cy="632780"/>
          </a:xfrm>
          <a:prstGeom prst="rect">
            <a:avLst/>
          </a:prstGeom>
        </p:spPr>
      </p:pic>
      <p:pic>
        <p:nvPicPr>
          <p:cNvPr id="39" name="Picture 38" descr="File:Visual Studio Code 1.35 icon.svg - Wikimedia Commons">
            <a:extLst>
              <a:ext uri="{FF2B5EF4-FFF2-40B4-BE49-F238E27FC236}">
                <a16:creationId xmlns:a16="http://schemas.microsoft.com/office/drawing/2014/main" id="{5DEE6865-6030-8BA1-FD5F-BAE0D64EEC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1433" y="2040037"/>
            <a:ext cx="363376" cy="363376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7B4A523-DB51-6D0F-BAB9-CFFC48F824E0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947374" y="2459513"/>
            <a:ext cx="0" cy="276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CF1BFA6-A097-F42F-5237-E01A8D545A39}"/>
              </a:ext>
            </a:extLst>
          </p:cNvPr>
          <p:cNvCxnSpPr>
            <a:cxnSpLocks/>
            <a:stCxn id="13" idx="2"/>
            <a:endCxn id="4" idx="0"/>
          </p:cNvCxnSpPr>
          <p:nvPr/>
        </p:nvCxnSpPr>
        <p:spPr>
          <a:xfrm>
            <a:off x="3947374" y="3317928"/>
            <a:ext cx="0" cy="276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 descr="Postgresql Icon">
            <a:extLst>
              <a:ext uri="{FF2B5EF4-FFF2-40B4-BE49-F238E27FC236}">
                <a16:creationId xmlns:a16="http://schemas.microsoft.com/office/drawing/2014/main" id="{95D62F8C-5B52-57C2-5DF3-7509E78064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4179" y="3370902"/>
            <a:ext cx="289774" cy="289774"/>
          </a:xfrm>
          <a:prstGeom prst="rect">
            <a:avLst/>
          </a:prstGeom>
        </p:spPr>
      </p:pic>
      <p:pic>
        <p:nvPicPr>
          <p:cNvPr id="53" name="Picture 52" descr="Getting Started with Azure Event Grid: A Comprehensive Guide | by ...">
            <a:extLst>
              <a:ext uri="{FF2B5EF4-FFF2-40B4-BE49-F238E27FC236}">
                <a16:creationId xmlns:a16="http://schemas.microsoft.com/office/drawing/2014/main" id="{76FC859C-23F1-912B-EAC7-E8602EA548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84777" y="3370902"/>
            <a:ext cx="442665" cy="257387"/>
          </a:xfrm>
          <a:prstGeom prst="rect">
            <a:avLst/>
          </a:prstGeom>
        </p:spPr>
      </p:pic>
      <p:pic>
        <p:nvPicPr>
          <p:cNvPr id="54" name="Picture 53" descr="KAITO Logo">
            <a:extLst>
              <a:ext uri="{FF2B5EF4-FFF2-40B4-BE49-F238E27FC236}">
                <a16:creationId xmlns:a16="http://schemas.microsoft.com/office/drawing/2014/main" id="{A55FADAD-2615-0386-1087-572C137946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13561" y="3354708"/>
            <a:ext cx="289774" cy="289774"/>
          </a:xfrm>
          <a:prstGeom prst="rect">
            <a:avLst/>
          </a:prstGeom>
        </p:spPr>
      </p:pic>
      <p:pic>
        <p:nvPicPr>
          <p:cNvPr id="57" name="Picture 56" descr="Top Five Open Source Alternatives to Auth0 | Cerbos">
            <a:extLst>
              <a:ext uri="{FF2B5EF4-FFF2-40B4-BE49-F238E27FC236}">
                <a16:creationId xmlns:a16="http://schemas.microsoft.com/office/drawing/2014/main" id="{2E3D3AEE-5CB3-1F1A-0816-722B5025085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2561" r="22556" b="30151"/>
          <a:stretch>
            <a:fillRect/>
          </a:stretch>
        </p:blipFill>
        <p:spPr>
          <a:xfrm>
            <a:off x="8179249" y="3381230"/>
            <a:ext cx="507413" cy="236729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1A0D563-621D-1E39-63E9-7B7F07A5DF4C}"/>
              </a:ext>
            </a:extLst>
          </p:cNvPr>
          <p:cNvSpPr txBox="1"/>
          <p:nvPr/>
        </p:nvSpPr>
        <p:spPr>
          <a:xfrm>
            <a:off x="7827589" y="3263942"/>
            <a:ext cx="398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47AAA4F8-F81B-CB89-917B-0E8EAF96628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4334056" y="1928599"/>
            <a:ext cx="511775" cy="511775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D0181D1B-F29B-941F-B8E4-834DBDCF686D}"/>
              </a:ext>
            </a:extLst>
          </p:cNvPr>
          <p:cNvSpPr txBox="1"/>
          <p:nvPr/>
        </p:nvSpPr>
        <p:spPr>
          <a:xfrm>
            <a:off x="3662809" y="5063229"/>
            <a:ext cx="59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869596-1F62-6922-E956-BD33371EF23B}"/>
              </a:ext>
            </a:extLst>
          </p:cNvPr>
          <p:cNvSpPr txBox="1"/>
          <p:nvPr/>
        </p:nvSpPr>
        <p:spPr>
          <a:xfrm>
            <a:off x="7952473" y="1545648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2933717-45FE-7E34-9543-7B3A18869926}"/>
              </a:ext>
            </a:extLst>
          </p:cNvPr>
          <p:cNvSpPr/>
          <p:nvPr/>
        </p:nvSpPr>
        <p:spPr>
          <a:xfrm>
            <a:off x="1458905" y="3594647"/>
            <a:ext cx="930814" cy="87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Repo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7BF1FB0-68F9-CC9C-CFFE-94A368CD687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1704449" y="3969485"/>
            <a:ext cx="435900" cy="435900"/>
          </a:xfrm>
          <a:prstGeom prst="rect">
            <a:avLst/>
          </a:prstGeom>
        </p:spPr>
      </p:pic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EC7F408-1AE8-31BF-97AB-929345F72796}"/>
              </a:ext>
            </a:extLst>
          </p:cNvPr>
          <p:cNvCxnSpPr>
            <a:endCxn id="67" idx="0"/>
          </p:cNvCxnSpPr>
          <p:nvPr/>
        </p:nvCxnSpPr>
        <p:spPr>
          <a:xfrm rot="10800000" flipV="1">
            <a:off x="1924313" y="3027079"/>
            <a:ext cx="965583" cy="56756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BAF0101-790E-5943-62E8-7D4677B038FA}"/>
              </a:ext>
            </a:extLst>
          </p:cNvPr>
          <p:cNvCxnSpPr>
            <a:cxnSpLocks/>
            <a:stCxn id="67" idx="3"/>
            <a:endCxn id="4" idx="1"/>
          </p:cNvCxnSpPr>
          <p:nvPr/>
        </p:nvCxnSpPr>
        <p:spPr>
          <a:xfrm>
            <a:off x="2389719" y="4032529"/>
            <a:ext cx="57242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84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29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Portable Apps</vt:lpstr>
      <vt:lpstr>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Haishi Bai</dc:creator>
  <cp:lastModifiedBy>Haishi Bai</cp:lastModifiedBy>
  <cp:revision>1</cp:revision>
  <dcterms:created xsi:type="dcterms:W3CDTF">2026-02-04T22:53:04Z</dcterms:created>
  <dcterms:modified xsi:type="dcterms:W3CDTF">2026-02-04T23:41:08Z</dcterms:modified>
</cp:coreProperties>
</file>